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A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_flag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651760"/>
          </a:xfrm>
          <a:prstGeom prst="rect">
            <a:avLst/>
          </a:prstGeom>
        </p:spPr>
      </p:pic>
      <p:pic>
        <p:nvPicPr>
          <p:cNvPr id="5" name="Picture 4" descr="us_seal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7315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097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D68A"/>
                </a:solidFill>
                <a:latin typeface="微软雅黑"/>
              </a:defRPr>
            </a:pPr>
            <a:r>
              <a:t>美利坚合众国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0E0"/>
                </a:solidFill>
                <a:latin typeface="微软雅黑"/>
              </a:defRPr>
            </a:pPr>
            <a:r>
              <a:t>The United States of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11277295" cy="381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🏛️  首都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华盛顿哥伦比亚特区 (Washington, D.C.)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👥  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约3.35亿 (2024年)，世界第三人口大国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📐  面积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937万平方公里（含领水），世界第三/第四大国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💰  GDP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约27.36万亿美元 (2024)，全球最大经济体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🗣️  语言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英语（事实上的官方语言），西班牙语使用广泛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🏛️  政体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联邦总统制共和国，三权分立（行政、立法、司法）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🏷️  格言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E Pluribus Unum — 合众为一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A25C"/>
                </a:solidFill>
                <a:latin typeface="微软雅黑"/>
              </a:defRPr>
            </a:pPr>
            <a:r>
              <a:t>🇺🇸  国庆日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微软雅黑"/>
              </a:defRPr>
            </a:pPr>
            <a:r>
              <a:t>7月4日 — 独立日（1776年）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A25C"/>
                </a:solidFill>
                <a:latin typeface="微软雅黑"/>
              </a:defRPr>
            </a:pPr>
            <a:r>
              <a:t>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A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D68A"/>
                </a:solidFill>
                <a:latin typeface="微软雅黑"/>
              </a:defRPr>
            </a:pPr>
            <a:r>
              <a:t>美利坚合众国 — 国情详述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0E0"/>
                </a:solidFill>
                <a:latin typeface="微软雅黑"/>
              </a:defRPr>
            </a:pPr>
            <a:r>
              <a:t>政治制度 · 经济实力 · 科技创新 · 文化影响 · 军事力量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51560"/>
            <a:ext cx="9448495" cy="381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_seal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120640"/>
            <a:ext cx="182880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1234440"/>
            <a:ext cx="5303520" cy="36576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  🏛️  政治制度与历史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1776年7月4日发表《独立宣言》，脱离英国殖民统治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1787年制定世界最古老的成文宪法，确立三权分立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联邦制：50个州 + 1个联邦特区（华盛顿D.C.）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两党制：民主党（驴）与共和党（象）轮流执政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总统为国家元首兼政府首脑，任期4年，可连任一次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国会分参议院（100席）和众议院（435席）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最高法院9名大法官，终身任命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34440"/>
            <a:ext cx="5303520" cy="36576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  💰  经济与科技创新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GDP全球第一（约27.36万亿美元），占全球约25%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美元为全球主要储备货币和贸易结算货币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硅谷为全球科技创新中心，孕育了Apple、Google、Microsoft等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在人工智能、航空航天、生物医药、半导体领域领先全球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华尔街为全球最大金融中心（纽约证券交易所NASDAQ）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高等教育世界领先：哈佛、MIT、斯坦福、伯克利等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诺贝尔奖获得者人数全球第一（超400人）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749039"/>
            <a:ext cx="5303520" cy="36576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  ⚔️  军事力量与国际地位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160519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全球军费开支第一（约8860亿美元，2024年），超过前十名其余国家总和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拥有11艘核动力航母，全球最大海军力量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北约（NATO）核心成员，全球70多个国家设有军事基地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五大核武器国家之一，核弹头约5500枚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联合国安理会常任理事国，拥有一票否决权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二战后建立布雷顿森林体系（IMF、世界银行）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当前对伊朗军事行动持续中（2026年3月，已进入第28天）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749039"/>
            <a:ext cx="5303520" cy="36576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  🌍  文化、社会与多元性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160519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移民国家，被称为"大熔炉"，种族极其多元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主要族裔：白人（约57%）、拉丁裔（约19%）、非裔（约12%）、亚裔（约6%）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好莱坞为全球最大影视产业中心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音乐：爵士、蓝调、摇滚、嘻哈等均起源于美国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体育：NFL、NBA、MLB、NHL四大职业联赛享誉全球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科技巨头：FAANG（Facebook、Amazon、Apple、Netflix、Google）</a:t>
            </a:r>
          </a:p>
          <a:p>
            <a:pPr>
              <a:spcAft>
                <a:spcPts val="400"/>
              </a:spcAft>
              <a:defRPr sz="1050">
                <a:solidFill>
                  <a:srgbClr val="C8D0E0"/>
                </a:solidFill>
                <a:latin typeface="微软雅黑"/>
              </a:defRPr>
            </a:pPr>
            <a:r>
              <a:t>• 社会议题：枪支管控、种族平等、移民政策持续引发讨论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